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032E-2F83-D786-64B0-7BA97319D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53BF6-4F2F-2A33-8001-C7B7BF4F5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97D92-D274-B7D3-4F6E-A3E874F2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242A6-3898-FB19-4494-627AE714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4075-6E6E-BF80-D167-7998613B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7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5F00-E8FB-730D-68AB-B963D49B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04E3-90EF-DC2B-E103-99BFFDF95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DA295-12AD-6C42-9F1C-30088F167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E551-3006-CFC4-0678-07847901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1FFF1-525E-5D39-1084-57837CCE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6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23C7-ACA1-7CB9-FBFB-63E40C33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E2676-6955-1009-FE14-8FBDD202F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D0EC7-FD65-AB2F-B38E-74D0C743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34E9-E6BF-30DB-EA3C-066FE6C6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A82DA-BA91-6DDA-4447-B76FBCC7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5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788F-EE57-26CB-70E6-73CE29AA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F131-EBB7-4321-64D3-D8E4F0C75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735D4-6C2B-F122-B3EE-8E6090644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16A44-7D0A-333C-6E60-725B14E1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C1392-6773-CE82-D9BA-97B6C66D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9C677-C280-937A-4D74-C4C05F69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0BA1-D77C-C145-DF15-45018109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8EF0-2E8C-251A-9C5E-C398B336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0878-F442-0E90-1521-1F085448F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8DDB6-0885-EBA9-C887-060B43F64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E1909-9332-29B9-1A00-B0F6046A7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511A9-F421-D953-0941-2ABD7937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F3D09-FD38-7052-5438-60EA0CDC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0877B-FEFC-A557-6F7D-AF77B5FD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7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1918-C661-F523-B369-E79F7CC2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0BCCE-1631-8EB1-71EE-DC85C2B3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EDEA-A00C-ABA4-F480-3DF7B2DAD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4D8D-A869-9469-63A5-A01BBC87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9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654B2-19BB-035B-DD0B-1E409C0C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E9D46-FF62-2526-39B3-FEB606B5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E689B-22A4-2513-E059-2B6612E0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5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E5E5-1353-FB5D-707C-485C6C83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6D59-0D16-7049-DAF3-E2FB17D6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575E5-B668-DE13-6232-412C38DD8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806F5-5094-93EB-EBEB-199C3D44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1288C-280C-ACD0-44AA-816D89BA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82569-1540-E9BC-CE32-08FA1BEB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5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3B355-F208-F63A-E2F3-4907B30C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019BE-5066-69E6-EF95-79EAB286E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4A10E-0D71-EFB2-CC1E-859A2F63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E1DC7-56B0-644B-6554-0D2AFA84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CC3C7-0515-4B1F-8F1A-675B5695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83D6D-678F-7DBB-C7A7-23C67646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4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25C8-55AB-5DDA-74BA-43D944BC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7314D-1BC4-1753-2E37-28FAC0B55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5A088-A05E-A27B-6550-26489B16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2C2A-D1B9-85B5-1734-00205CF9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E53CB-0DC6-34BE-34EA-05076B86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6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DA0AE-59EE-E065-A927-A1B69EC8B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16845-087F-DF8F-8E25-5C7AD0D79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E57DD-CA5F-DEFC-9AB0-4560CF45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07130-367C-860A-2865-A8E219D3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F8A93-4B33-E5DD-942E-90A1A799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5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33583-E6C6-7C4A-BA2C-465C3EA1A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3AE70-49A7-45E6-B7D5-82EF9F993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EA6D1-9BCB-7327-50EC-BBFA1681B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CC680-EA41-4D92-AFAC-573B83F0941F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66E4-B727-EBDA-3416-4B5E2FE9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4EE89-FB1A-A801-9675-EF08C75E2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BC486-C21C-4BAB-96CE-8CD4E9DA0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9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E522-D0F7-66E0-84EA-2B08DC682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3E7EE-1697-CB10-5583-D89099888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BF57F-C452-887F-C43E-EB527851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32" y="-16693"/>
            <a:ext cx="12431801" cy="68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3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A150-C92E-1DF1-9DA5-E1F08AF2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7D67F-72E3-EF50-17E1-6F185BCFA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12C33-AA68-6D2E-477F-D50B6747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" y="235802"/>
            <a:ext cx="12192000" cy="6792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9E866-2E53-D1D6-A42A-8467A427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655" y="365125"/>
            <a:ext cx="20669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3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FC1F-3133-0E2A-0919-A85736C8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3A272-299A-8749-68BE-8F9867232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44D6D-F85A-C064-9C58-6E630EC3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02" y="-11352"/>
            <a:ext cx="12192000" cy="685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3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0440-389F-1912-7508-2084C57B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30235-50D7-AC45-2BA4-FA0028515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904EA-60A6-A08B-7DED-AB13D800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62" y="9292"/>
            <a:ext cx="12358262" cy="69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2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52E9-BDEB-C37F-0B68-149ABA11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4B7A-95D0-1CD2-C315-48218F9F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0C872-D7FB-6F89-C119-6322F8817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5" y="10160"/>
            <a:ext cx="12202675" cy="68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57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ACD7-D477-3F2D-8FF6-BEBAE07F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CE2A-D6E4-F036-C641-6901ECC3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9F18C-33F4-CF5D-7EDE-FDEC5DE8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7866" y="-737124"/>
            <a:ext cx="12269752" cy="844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6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58C36-D0D5-4371-7577-A3391B7F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3F573-7588-3EEC-C1CF-9D2CED369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089F4-56B6-23D1-D850-BAEDB722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0" y="152341"/>
            <a:ext cx="12192000" cy="67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2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4F11-E1E0-6793-82ED-6FFF4001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096E-2DE0-55C5-3887-D790E0DFA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103F0-3D90-32AE-28F7-83C547EC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1" y="266170"/>
            <a:ext cx="12192000" cy="623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9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41F7-7AF5-E2E9-1E46-CFA955C8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276BE-4B15-630B-2C46-C0798099D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1C09B-DC64-E5DF-8140-261CE615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" y="57191"/>
            <a:ext cx="12192000" cy="65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8278-2CBC-320D-0A78-C89E44C0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1A6A-D1B9-1509-41F8-98CE8E1DA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C07E0-17AC-7614-3685-24CB3BA7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4" y="41325"/>
            <a:ext cx="12192000" cy="642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4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7ED8-8A5C-D271-13EC-11C8DF09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5051-6DB5-2570-D25A-C9D1D080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33B0E-5B0F-637F-4288-7DE69ADE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70"/>
            <a:ext cx="12192000" cy="65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1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5678-8E42-D263-AB7B-F197DA1B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E987-688A-8787-B847-F630C68DE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11CAB-000F-69BF-34ED-2FDEF5FD5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34" y="-95476"/>
            <a:ext cx="13487386" cy="69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0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Silviu Eduard</dc:creator>
  <cp:lastModifiedBy>Silviu Eduard</cp:lastModifiedBy>
  <cp:revision>3</cp:revision>
  <dcterms:created xsi:type="dcterms:W3CDTF">2026-05-25T10:36:42Z</dcterms:created>
  <dcterms:modified xsi:type="dcterms:W3CDTF">2026-05-25T12:14:06Z</dcterms:modified>
</cp:coreProperties>
</file>